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FACTOSIEM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0B981"/>
                </a:solidFill>
              </a:defRPr>
            </a:pPr>
            <a:r>
              <a:t>Data Ingestion, Visualization &amp; Features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🎯 Enterprise Threat Intelligence Platform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🔄 Real-time data ingestion from multiple sources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📊 Advanced visualization and analytics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⚡ AI-Native investigation capabilities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🛡️ Comprehensive threat detection and response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Data Ingestion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📥 Multi-source Data Collection: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Security logs (Windows, Linux, Network devices)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API integrations (3rd-party security tools)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Syslog and CEF formatted data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Custom data connectors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🔐 Data Processing: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Real-time parsing and normalization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Data enrichment and correlation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Automatic threat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Data Flow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1️⃣  Data Collection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Sources → Collection Points → Message Queue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2️⃣  Processing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Parsing → Enrichment → Correlation → Storage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3️⃣  Indexing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Elasticsearch/Time-series database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4️⃣  Visualization &amp; Analytics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Dashboard → Search &amp; Investigation → Alerts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Visualization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📈 Real-time Dashboards: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Alert overview and severity distribution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Security metrics and KPIs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Threat intelligence summaries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🔍 Interactive Search: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SPL (Search Processing Language) queries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Advanced filtering and time range selection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Custom visualization types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Core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🔎 Search &amp; Investigate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Query building, result visualization, timeline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⚠️ Alerts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Alert creation, management, and incident correlation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🚨 Incidents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Incident tracking, investigation workflow, response actions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📊 Analytics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Statistical analysis, trend detection, predictive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Search &amp; Investigate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🔍 Advanced Query Engine: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SPL syntax support for complex searches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Real-time query execution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Result caching for performance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📊 Result Visualization: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Table views with sortable columns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Timeline visualization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Statistical breakdowns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Alerts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⚠️ Alert Management: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Create custom alert rules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Set severity levels (Critical, Warning, Info)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Auto-correlation with related events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🎯 Alert Features: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Real-time alert triggering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Alert deduplication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Integration with incidents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Incidents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🚨 Incident Lifecycle: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Creation from alerts or manual input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Status tracking (Open, Investigating, Escalated, Resolved)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Evidence collection and documentation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👥 Collaboration: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Team-based incident investigation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Audit trail of all actions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Automated response triggers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🤖 AI-Native Analysis: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Anomaly detection using ML models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Behavioral analytics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Threat intelligence matching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⚡ Performance: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Sub-second query response times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Scalable architecture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Real-time processing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Time Range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📅 Flexible Time Selection: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Preset ranges (Last 24h, 7d, 30d)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Custom date range picker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Relative time expressions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🔄 Data Retrieval: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Optimized queries for time ranges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Progressive data loading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Historical data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User Interface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🎨 Modern, Responsive Layout: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Left panel: Navigation and filters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Center panel: Main workspace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Right panel: Contextual information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⌨️ Keyboard Navigation: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Quick search shortcuts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Module switching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Result filtering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Integration &amp;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🔗 External Integrations: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SIEM data sources (Splunk, ELK Stack)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Threat intelligence feeds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Security orchestration platforms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📡 REST API: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Query execution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Alert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Incident creation and updates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Security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🔐 Data Security: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Role-based access control (RBAC)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Audit logging of all activities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Encryption in transit and at rest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📋 Compliance: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GDPR, HIPAA, SOC2 compliance ready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Regulatory reporting features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🚀 Planned Features: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Machine learning-based threat prediction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Automated incident response playbooks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Advanced correlation engine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📊 Upcoming Modules: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Vulnerability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Compliance monitoring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 • Threat hunting automation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Ready to Deploy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0B981"/>
                </a:solidFill>
              </a:defRPr>
            </a:pPr>
            <a:r>
              <a:t>Secure your enterprise with FACTOSIEM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